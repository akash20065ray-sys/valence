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"/>
              </a:defRPr>
            </a:pPr>
            <a:r>
              <a:t>CODE APEX  |  THE END IS COMING  •  POWERED BY verzii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22C55E"/>
                </a:solidFill>
                <a:latin typeface="Arial Black"/>
              </a:defRPr>
            </a:pPr>
            <a:r>
              <a:t>VALENCE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Next-Generation In-Memory State Engine in Pure 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14800"/>
            <a:ext cx="1027145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TEAM DETAILS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TEAM NAME:  Team Valence Systems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TEAM LEADER NAME:  [Your Name]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PROBLEM STATEMENT (DOMAIN):  Cloud Infrastructure, Systems Engineering &amp; High-Performance Data Engines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CORE VALUE PROP:  Sub-microsecond state cache solving Redis single-thread saturation, DRAM cost explosion (79% NVMe cut), and fork() crash hazards.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Arial Black"/>
              </a:defRPr>
            </a:pPr>
            <a:r>
              <a:t>PROBLEM STATEMENT &amp; TARGET NEED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  <a:latin typeface="Arial"/>
              </a:defRPr>
            </a:pPr>
            <a:r>
              <a:t>WHY MODERN CLOUD ARCHITECTURES OUTGREW LEGACY IN-MEMORY STORES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WHO IS AFFECTED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Cloud-scale enterprises, fintech, real-time gaming, and LLM inference platforms.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Companies paying massive monthly AWS ElastiCache / Redis bills for underutilized memory.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Site Reliability Engineers (SREs) battling random latency spikes and Out-Of-Memory (OOM) kills during database snapshots.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THE CURRENT GAP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Single-Thread CPU Waste: Modern cloud instances offer 32–64 cores; legacy Redis utilizes only 1 core for commands.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DRAM Cost Explosion: 80% of cached keys are 'cold' (untouched for days), yet forced to occupy expensive RAM.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Dangerous fork() Snapshots: Redis BGSAVE copies page tables via Linux fork(), causing 2x memory spikes and latency freezes.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WHY IT MATTERS NOW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AI &amp; Real-Time Data Surge: Vector search, LLM context caching, and high-frequency transactions demand sub-microsecond SLAs.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Cloud Budget Scrutiny: Cloud infrastructure budgets are tightening—slashing DRAM costs by 70–80% yields millions in cloud savings.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Hardware Shift: NVMe SSDs now deliver microsecond I/O; databases must exploit hardware-level NVMe tiering and SIMD vector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Arial Black"/>
              </a:defRPr>
            </a:pPr>
            <a:r>
              <a:t>PROPOSED SOLUTION &amp; INNOVATION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  <a:latin typeface="Arial"/>
              </a:defRPr>
            </a:pPr>
            <a:r>
              <a:t>BARE-METAL RUST SYSTEMS ARCHITECTURE ENGINEERED FOR MODERN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WHAT MAKES IT DIFFERENT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100% Pure Rust, Zero-C Dependencies: Complete memory safety without garbage collector latency jitter.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Universal RESP3 Compatibility: Drop-in replacement for redis-cli, Jedis, redis-py, and ioredis.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Zero-Fork Streaming Snapshots: Guarantees zero memory doubling and zero CPU latency freezes during persistence.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AVX2 Vector Acceleration: Scans network byte delimiters at 289M ops/sec using 256-bit SIMD intrinsics.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CORE MECHANISM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Thread-per-Core Shards: CPU core-pinned workers communicating via lock-free 64B cache-padded SPSC ring buffers.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Robin Hood Hash Table: Flat array index with Distance-from-Ideal-Bucket (DIB) and backward-shift zero-tombstone deletion.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2-Bit CLOCK NVMe Tiering: Sweeps dormant keys to 4KB aligned NVMe blocks, replacing payloads with 12B DiskPointers (79.1% DRAM savings).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4-Tier Timing Wheel: O(1) atomic detach timer wheels immune to TTL expiration avalanches.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WHY FEASIBLE NOW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100% Built &amp; Verified Today: Not a mock concept—105 out of 105 automated unit and chaos test suites passing.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Native Windows &amp; Linux Affinity: Production support using SetThreadAffinityMask and sched_setaffinity.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Bitmapped Slab Arenas: 64-bit integer bitmapped allocators achieve 1.19ns allocations with zero OS heap fragmentation (RSS/Logical &lt; 1.02).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Arial Black"/>
              </a:defRPr>
            </a:pPr>
            <a:r>
              <a:t>SYSTEM ARCHITECTURE &amp; TECH STACK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  <a:latin typeface="Arial"/>
              </a:defRPr>
            </a:pPr>
            <a:r>
              <a:t>FULL-STACK BARE-METAL ENGINE PAIRED WITH TIER-1 ENTERPRISE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7772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1036289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 Black"/>
              </a:defRPr>
            </a:pPr>
            <a:r>
              <a:t>FRONTEND  ──  </a:t>
            </a:r>
            <a:r>
              <a:rPr sz="1300">
                <a:solidFill>
                  <a:srgbClr val="F8FAFC"/>
                </a:solidFill>
                <a:latin typeface="Arial"/>
              </a:rPr>
              <a:t>React 19, TypeScript, Vite, Vanilla CSS Design System, Lucide Icons, Canvas Visualizers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60904"/>
            <a:ext cx="10728655" cy="7772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1036289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BACKEND ENGINE  ──  </a:t>
            </a:r>
            <a:r>
              <a:rPr sz="1300">
                <a:solidFill>
                  <a:srgbClr val="F8FAFC"/>
                </a:solidFill>
                <a:latin typeface="Arial"/>
              </a:rPr>
              <a:t>Pure Rust (2021 Edition), Tokio Asynchronous Runtime, Crossbeam Ring Buffers, AVX2 SIMD Intrinsics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84448"/>
            <a:ext cx="10728655" cy="7772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1036289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 Black"/>
              </a:defRPr>
            </a:pPr>
            <a:r>
              <a:t>DATABASE / STORAGE  ──  </a:t>
            </a:r>
            <a:r>
              <a:rPr sz="1300">
                <a:solidFill>
                  <a:srgbClr val="F8FAFC"/>
                </a:solidFill>
                <a:latin typeface="Arial"/>
              </a:rPr>
              <a:t>Custom Flat Robin Hood Map, Bitmapped Slab Allocator (2MB THP), NVMe Block Storage (4KB Pages)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07992"/>
            <a:ext cx="10728655" cy="7772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6289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DIAGNOSTICS &amp; APIS  ──  </a:t>
            </a:r>
            <a:r>
              <a:rPr sz="1300">
                <a:solidFill>
                  <a:srgbClr val="F8FAFC"/>
                </a:solidFill>
                <a:latin typeface="Arial"/>
              </a:rPr>
              <a:t>RESP3 Wire Protocol, Diagnostic CLI Engine (valence-cli --explain), Criterion Benchmark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31536"/>
            <a:ext cx="10728655" cy="7772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41264"/>
            <a:ext cx="1036289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 Black"/>
              </a:defRPr>
            </a:pPr>
            <a:r>
              <a:t>HOSTING / DEVOPS  ──  </a:t>
            </a:r>
            <a:r>
              <a:rPr sz="1300">
                <a:solidFill>
                  <a:srgbClr val="F8FAFC"/>
                </a:solidFill>
                <a:latin typeface="Arial"/>
              </a:rPr>
              <a:t>Windows &amp; Linux Native Target, Multi-threaded Core Pinning, GitHub Actions CI/CD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Arial Black"/>
              </a:defRPr>
            </a:pPr>
            <a:r>
              <a:t>KEY FEATURES &amp; UI/UX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  <a:latin typeface="Arial"/>
              </a:defRPr>
            </a:pPr>
            <a:r>
              <a:t>VALENCE STUDIO: ENTERPRISE CONSOLE INSPIRED BY REDISINSIGHT AND DATADOG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75504" cy="21488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183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1. KEYSPACE BROWSER (CRUD &amp; HEX)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Interactive object inspector with namespace grouping (user:*, auth:*).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Payload viewers for Raw text, Formatted JSON, and Binary Hex Dumps.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TTL countdown and per-key memory consumption in bytes.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21488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920240"/>
            <a:ext cx="47183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2. CLUSTER TOPOLOGY &amp; MEMORY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Thread-per-core hardware affinity map showing pinned worker threads.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Lock-free SPSC IPC ring buffer queue depths and zero false sharing.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Bitmapped Slab Allocator fragmentation metrics (RSS / Logical &lt; 1.02).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75504" cy="21488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47183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3. NVMe TIERING &amp; 2-BIT CLOCK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Visual 2-bit CLOCK frequency tracker sweeping hot vs. cold keys.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Automatic demotion to NVMe 4KB blocks with 12-byte DiskPointers.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cache promotion simulation restoring cold keys to RAM on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114800"/>
            <a:ext cx="5175504" cy="214884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4297680"/>
            <a:ext cx="471830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4. QUERY PLAN TRACE &amp; APM PROFILER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Colored query execution tree (--explain) tracing SIMD -&gt; Shard -&gt; DIB.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APM telemetry: QPS, Cache Hit Rate (99.4%), and sub-10µs P99 latency.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Embedded RESP3 Workbench terminal for live command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Arial Black"/>
              </a:defRPr>
            </a:pPr>
            <a:r>
              <a:t>IMPLEMENTATION ROADMAP &amp; SCOPE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  <a:latin typeface="Arial"/>
              </a:defRPr>
            </a:pPr>
            <a:r>
              <a:t>WHAT'S BUILT TODAY, WHAT'S IN PROGRESS, AND WHAT'S PLANNED BEYOND THE 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WHAT'S BUILT TODAY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100% of Core Engine (Phases 1-8):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Flat Robin Hood Map &amp; RESP3 parser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4-Tier Timing Wheel (O(1) detach)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Thread-per-Core Shards &amp; SPSC Rings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64-bit Bitmapped Slab Allocators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Zero-Fork Snapshots &amp; CRC64 WAL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2-Bit CLOCK NVMe Tiering (79.1% cut)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AVX2 SIMD Scanner (289M ops/s)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105 / 105 automated tests passing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Valence Studio web management console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WHAT'S IN PROGRESS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Multi-Node Distributed Clustering: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Cross-node Raft consensus replication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Automatic shard rebalancing over gRPC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Advanced Storage Backends: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Linux io_uring kernel submission rings for direct NVMe IOPS boost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Client SDK Wrappers: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High-throughput pipelined Rust and Python native client drivers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BEYOND THE HACKATHON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Serverless Elastic Valence: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Auto-scaling cloud tier with S3 cold object storage spillover.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Active-Active Multi-Region Replication: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Conflict-free replicated data types (CRDTs) across global data centers.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Enterprise Managed Cloud SaaS: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    • Fully managed cloud DB offering undercutting AWS ElastiCache by 60%.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Arial Black"/>
              </a:defRPr>
            </a:pPr>
            <a:r>
              <a:t>EXPECTED IMPACT &amp; SCALABILITY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  <a:latin typeface="Arial"/>
              </a:defRPr>
            </a:pPr>
            <a:r>
              <a:t>WHO BENEFITS, HOW BIG THE OPPORTUNITY IS, AND HOW THIS GROWS BEYOND A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WHO BENEFITS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Engineering Teams &amp; Startups: Drastically cut cloud caching bills without modifying existing Redis application code.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High-Frequency Platforms: Fintech, e-commerce, and gaming achieve reliable sub-microsecond latency without jitter.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SRE &amp; Platform Teams: Sleep peacefully knowing forkless snapshots and torn-write WAL resilience prevent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THE MARKET OPPORTUNITY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$15B+ In-Memory Database Market: Dominated by Redis, AWS MemoryDB, and Aerospike.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70-80% Infrastructure Cost Reduction: Moving cold keys to NVMe drives saves enterprise clusters tens of thousands of dollars per month.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Linear CPU Core Scaling: Exploits 64-core AMD EPYC &amp; Intel Xeon servers that legacy single-threaded engines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Arial Black"/>
              </a:defRPr>
            </a:pPr>
            <a:r>
              <a:t>GROWTH BEYOND A DEMO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Open-Source Community Adoption: Releasing Valence core under Apache 2.0 / MIT licenses to attract systems contributors.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Production Hardening: Comprehensive Jepsen testing for partition tolerance and fault injection resilience.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Commercial SaaS Tier: Offering automated backups, compliance encryption, and global clustering as an enterprise tier.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22C55E"/>
                </a:solidFill>
                <a:latin typeface="Arial Black"/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t>CODE APEX  |  BUILD BEFORE IT DOES.  •  POWERED BY verzii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10728655" cy="2651760"/>
          </a:xfrm>
          <a:prstGeom prst="roundRect">
            <a:avLst/>
          </a:prstGeom>
          <a:solidFill>
            <a:srgbClr val="0E1A1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1027145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 Black"/>
              </a:defRPr>
            </a:pPr>
            <a:r>
              <a:t>LIVE DEMONSTRATION &amp; PROJECT LINKS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Live Web Management Console:  http://localhost:5173/ (Valence Studio)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Automated Verification Suite:  105 / 105 Tests Passing (cargo test --release)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Diagnostic CLI Engine:  target\release\valence-cli.exe --explain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1-Click Interactive Demo:  start_demo.bat (Windows) &amp; start_demo.sh (Linux/macOS)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GitHub Repository:  github.com/[your-handle]/valence (Pure Rust In-Memory State Engine)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Ready for Judge Q&amp;A and Live Terminal Benchmarking!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