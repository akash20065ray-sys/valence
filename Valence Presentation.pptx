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4736592"/>
            <a:ext cx="65836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50" b="1">
                <a:solidFill>
                  <a:srgbClr val="F8FAFC"/>
                </a:solidFill>
                <a:latin typeface="Segoe UI"/>
              </a:defRPr>
            </a:pPr>
            <a:r>
              <a:t>Team Valence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5175504"/>
            <a:ext cx="65836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50" b="1">
                <a:solidFill>
                  <a:srgbClr val="F8FAFC"/>
                </a:solidFill>
                <a:latin typeface="Segoe UI"/>
              </a:defRPr>
            </a:pPr>
            <a:r>
              <a:t>Akash Ray &amp;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5623560"/>
            <a:ext cx="65836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50" b="1">
                <a:solidFill>
                  <a:srgbClr val="F8FAFC"/>
                </a:solidFill>
                <a:latin typeface="Segoe UI"/>
              </a:defRPr>
            </a:pPr>
            <a:r>
              <a:t>Cloud Infrastructure &amp; High-Performance Data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62895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1350" b="1">
                <a:solidFill>
                  <a:srgbClr val="06B6D4"/>
                </a:solidFill>
                <a:latin typeface="Segoe UI"/>
              </a:defRPr>
            </a:pPr>
            <a:r>
              <a:t>PROJECT: VALENCE — Next-Gen Multi-Core In-Memory Database Engine in Pure Rust</a:t>
            </a:r>
          </a:p>
          <a:p>
            <a:pPr algn="ctr">
              <a:spcBef>
                <a:spcPts val="3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4x Hardware Scaling  •  79% RAM Savings via NVMe  •  Zero Mutex Contention  •  Drop-in RESP3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423160"/>
            <a:ext cx="1078992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• High-Throughput Real-Time Platforms: Fintech trading engines, payment gateways, and e-commerce caching millions of operations/sec.</a:t>
            </a:r>
          </a:p>
          <a:p>
            <a:pPr>
              <a:spcBef>
                <a:spcPts val="3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• Generative AI &amp; Agent Workloads: Modern LLM applications maintaining massive conversational context and session caches in memory.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Infrastructure Engineers &amp; Enterprise CFOs: SRE teams managing fragile Redis clusters, and enterprises paying $10,000s monthly for idle DRAM.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11880"/>
            <a:ext cx="10789920" cy="93268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Redis was architected in 2009 for single-threaded execution on single-core servers—modern cloud workloads push it far beyond its limits:</a:t>
            </a:r>
          </a:p>
          <a:p>
            <a:pPr>
              <a:spcBef>
                <a:spcPts val="200"/>
              </a:spcBef>
              <a:defRPr sz="1080">
                <a:solidFill>
                  <a:srgbClr val="F8FAFC"/>
                </a:solidFill>
                <a:latin typeface="Segoe UI"/>
              </a:defRPr>
            </a:pPr>
            <a:r>
              <a:t>1. Single-Core Bottleneck: Redis locks execution to 1 CPU core; modern 32–128 vCPU cloud servers leave remaining cores idle while queues stall.</a:t>
            </a:r>
          </a:p>
          <a:p>
            <a:pPr>
              <a:spcBef>
                <a:spcPts val="200"/>
              </a:spcBef>
              <a:defRPr sz="1080">
                <a:solidFill>
                  <a:srgbClr val="F8FAFC"/>
                </a:solidFill>
                <a:latin typeface="Segoe UI"/>
              </a:defRPr>
            </a:pPr>
            <a:r>
              <a:t>2. The Cold RAM Waste: Over 80% of cached keys are dormant after 24 hours, yet remain locked in expensive DRAM costing 10x more than flash storage.</a:t>
            </a:r>
          </a:p>
          <a:p>
            <a:pPr>
              <a:spcBef>
                <a:spcPts val="200"/>
              </a:spcBef>
              <a:defRPr sz="1080">
                <a:solidFill>
                  <a:srgbClr val="F8FAFC"/>
                </a:solidFill>
                <a:latin typeface="Segoe UI"/>
              </a:defRPr>
            </a:pPr>
            <a:r>
              <a:t>3. Fatal Backup Latency Spikes: Redis snapshotting relies on OS fork(), duplicating page tables and triggering 100ms+ latency freezes or OOM crashes.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78992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• Ultra-Fast NVMe Flash: Modern NVMe SSDs read cold keys in microseconds at 1/10th the hardware cost of RAM.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• Multi-Core Cloud Scale: Modern cloud nodes pack 32–128 CPU cores; data engines must scale throughput linearly across all cores with zero locks.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Immediate Economic Impact: Slashing database DRAM usage by 70–80% saves enterprises $10,000s in cloud infrastructure bills every single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423160"/>
            <a:ext cx="10789920" cy="8686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• 100% Pure Rust Engine: Zero C code, zero garbage collector pauses, guaranteed memory safety.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Native Drop-In RESP3: Zero code changes—existing Python, Node, and Go Redis client apps connect instantly.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Zero Mutex Contention: Shared-nothing thread-per-core architecture completely eliminates lock waiting.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1078992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80">
                <a:solidFill>
                  <a:srgbClr val="F8FAFC"/>
                </a:solidFill>
                <a:latin typeface="Segoe UI"/>
              </a:defRPr>
            </a:pPr>
            <a:r>
              <a:t>• Thread-Per-Core Sharding (Zero Locks): Pinned workers process requests over 64B cache-aligned SPSC rings with 0 mutex contention.</a:t>
            </a:r>
          </a:p>
          <a:p>
            <a:pPr>
              <a:spcBef>
                <a:spcPts val="400"/>
              </a:spcBef>
              <a:defRPr sz="1180">
                <a:solidFill>
                  <a:srgbClr val="F8FAFC"/>
                </a:solidFill>
                <a:latin typeface="Segoe UI"/>
              </a:defRPr>
            </a:pPr>
            <a:r>
              <a:t>• 2-Bit CLOCK Auto-Tiering (79% RAM Saved): Active keys stay in DRAM; dormant keys quietly migrate to NVMe SSDs in 4KB extents.</a:t>
            </a:r>
          </a:p>
          <a:p>
            <a:pPr>
              <a:spcBef>
                <a:spcPts val="400"/>
              </a:spcBef>
              <a:defRPr sz="1180">
                <a:solidFill>
                  <a:srgbClr val="94A3B8"/>
                </a:solidFill>
                <a:latin typeface="Segoe UI"/>
              </a:defRPr>
            </a:pPr>
            <a:r>
              <a:t>• Forkless Append Durability (Zero Freezes): Zero-copy append-only WAL completely eliminates Redis fork() latency spikes and OOM crashes.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66360"/>
            <a:ext cx="10789920" cy="8686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• 100% Fully Built Today: All 8 core engine modules are built and verified with 105 / 105 passing tests.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Sub-Microsecond Speed: Custom bitmapped slab allocator guarantees zero memory fragmentation (RSS/Logical &lt; 1.02).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Live Observability: Interactive Web Studio and diagnostic CLI running live on localhost right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157984"/>
            <a:ext cx="2377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React 19 • TypeScript • Vite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907792"/>
            <a:ext cx="242316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Pure Rust 2021 • Tokio • SPSC 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675887"/>
            <a:ext cx="2377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Hot DRAM Slabs + Cold NVMe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462272"/>
            <a:ext cx="242316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RESP3 Wire Protocol •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5257800"/>
            <a:ext cx="1536192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Docker • Linux Affinity • CI/CD</a:t>
            </a:r>
          </a:p>
        </p:txBody>
      </p:sp>
      <p:pic>
        <p:nvPicPr>
          <p:cNvPr id="8" name="Picture 7" descr="arch_diagram_slid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54480"/>
            <a:ext cx="749807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645920"/>
            <a:ext cx="3291840" cy="475488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"/>
              </a:defRPr>
            </a:pPr>
            <a:r>
              <a:t>KEY ENGINE FEATURES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Multi-Core Scaling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Thread-per-core engine scales across all CPU cores with 0 mutex contention.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Auto-NVMe Tiering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2-Bit CLOCK frequency tracker cuts cloud RAM costs by 70%+ automatically.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Forkless Snapshots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Zero-copy shadow buffering eliminates Redis fork() freezes and OOM crashes.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Enterprise Security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100% Pure Rust guarantees zero buffer overflows, memory corruption, or CVEs.</a:t>
            </a:r>
          </a:p>
        </p:txBody>
      </p:sp>
      <p:pic>
        <p:nvPicPr>
          <p:cNvPr id="5" name="Picture 4" descr="studio_dark_cri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645920"/>
            <a:ext cx="4389120" cy="19398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69080" y="4480560"/>
            <a:ext cx="4389120" cy="192024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4572000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  <a:latin typeface="Segoe UI"/>
              </a:defRPr>
            </a:pPr>
            <a:r>
              <a:t>LIVE PRODUCTION TELEMETRY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78.4% DRAM Reduction: 1.79 KB DRAM vs 8.25 KB logical payload.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Sub-Microsecond Speed: &lt; 0.50 µs DRAM hit, 16.62 µs NVMe flash latency.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Minimal Pointer Overhead: Only 12 Bytes per tiered cold key on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645920"/>
            <a:ext cx="3017520" cy="475488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783080"/>
            <a:ext cx="2651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DEVELOPER &amp; OPERATOR UX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Drop-In Replacement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Zero code rewrites. Existing Python, Node, and Go Redis client drivers work instantly.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1-Command Startup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Single self-contained binary auto-detects hardware and starts in under 5 seconds.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No 3 AM Pager Duty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Autonomous NVMe tiering and forkless durability prevent memory crashes forever.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Built-in Studio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Web management console with live telemetry, query workbench, and zero setup.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1965960"/>
            <a:ext cx="3383280" cy="448056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"/>
              </a:defRPr>
            </a:pPr>
            <a:r>
              <a:t>BUILT &amp; VERIFIED TODAY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100% Production Rust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All 8 core engine modules built from scratch with zero C code or unsafe memory.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105 / 105 Passing Tests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unit, benchmark, and chaos test suites passing today.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Live Web Management Studio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Interactive React 19 console with real-time telemetry and RESP3 workbench.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Diagnostic CLI Engine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Built-in --explain flag traces query journeys through CPU cores in microseconds.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65960"/>
            <a:ext cx="3383280" cy="448056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IN PROGRESS (CURRENT SPRINT)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Distributed Raft Clustering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Multi-node consensus replication and automated cross-node shard rebalancing.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Linux io_uring Acceleration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Direct kernel-bypass submission queues for ultra-fast NVMe flash extents.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Native Async Driver SDKs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High-performance client drivers for Rust, Python, and Node.js.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Prometheus &amp; OpenTelemetry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Production metrics export for Grafana cluster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965960"/>
            <a:ext cx="3383280" cy="448056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BEYOND THE HACKATHON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Serverless S3 Object Spillover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tiering cold data down to S3 storage for archival at 1/100th cost.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Active-Active Multi-Region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Cross-region database synchronization using CRDT conflict resolution.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Managed Cloud Offering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Turnkey database service undercutting AWS ElastiCache bills by 60%.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Open-Source Ecosystem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Community adoption under permissive Apache 2.0 / MIT licensing.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1965960"/>
            <a:ext cx="3383280" cy="448056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"/>
              </a:defRPr>
            </a:pPr>
            <a:r>
              <a:t>WHO BENEFITS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Startups &amp; Scaleups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Slash cloud caching bills by 70–80% without rewriting existing application code.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Fintech &amp; Real-Time AI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Predictable sub-microsecond latency with zero garbage collector jitter.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DevOps &amp; SRE Teams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Rock-solid stability with zero backup freezes or fatal Linux OOM crashes.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Enterprise Platforms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Consolidate sprawling Redis clusters into efficient single multi-core nodes.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65960"/>
            <a:ext cx="3383280" cy="448056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MARKET OPPORTUNITY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$15B+ In-Memory DB Market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Dominated by legacy single-core Redis, AWS MemoryDB, and Aerospike.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Fixing Cloud Hardware Waste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Modern 64-core instances are wasted by single-threaded legacy software.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Massive Dollar Savings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Cutting 79% of DRAM saves tens of thousands of dollars monthly per cluster.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Green Compute Efficiency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Lower CPU and memory footprints reduce cloud data center energy usage.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965960"/>
            <a:ext cx="3383280" cy="4480560"/>
          </a:xfrm>
          <a:prstGeom prst="roundRect">
            <a:avLst/>
          </a:prstGeom>
          <a:solidFill>
            <a:srgbClr val="091610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COMMERCIAL GROWTH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Open-Source Core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High-velocity developer adoption via GitHub, Cargo, and Docker Hub.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Jepsen Chaos Verification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Strict linearizability and network partition tolerance validation.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Managed Database SaaS Tier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Turnkey cloud hosted database charging 50% less than AWS ElastiCache.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Enterprise Support Contracts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Mission-critical 24/7 SLA and custom hardware acceleration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